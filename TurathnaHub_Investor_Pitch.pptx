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11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118"/>
                </a:solidFill>
                <a:latin typeface="Arial"/>
              </a:rPr>
              <a:t>Saudi Handicrafts Market, USD Billions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Saudi Handicrafts Market (USD Billions)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2028</c:v>
                  </c:pt>
                  <c:pt idx="2">
                    <c:v>2031</c:v>
                  </c:pt>
                  <c:pt idx="3">
                    <c:v>2034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11.6</c:v>
                </c:pt>
                <c:pt idx="2">
                  <c:v>15.1</c:v>
                </c:pt>
                <c:pt idx="3">
                  <c:v>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7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D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 Revenue (SAR M)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1.44</c:v>
                </c:pt>
                <c:pt idx="1">
                  <c:v>6.2</c:v>
                </c:pt>
                <c:pt idx="2">
                  <c:v>14.85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D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A7BEA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875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TURATHNA HUB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Marketplace for Authentic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Artisan Craftsmanship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Saudi artisans directly to buyers — with onboarding, SMSA shipping, and Stripe payments built in from day one.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SAR 1,500,000 SEED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4904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Studio Ventures  ·  Platform-Originated Pitch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artisans make the goods. Middlemen take the margin.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Festival-Only Reach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rely on Souq Okaz and seasonal festivals — no year-round digital storefront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8C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Logistics Access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2628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artisans can't negotiate shipping rates or reach buyers outside their city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5C7A6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Online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75320" y="3337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$222B+ Saudi e-commerce market, but authentic handicrafts are nearly absent from it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Vision 2030 has declared 2025 the Year of Handicrafts — demand and policy support are accelerating, but the digital infrastructure hasn't caught up.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full-stack marketplace, not just a storefront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4A372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868680" cy="8686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21918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Artisan Onboarding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402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seller setup — listing, pricing, and storytelling support for non-technical artisans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4A372C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965960"/>
            <a:ext cx="868680" cy="8686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497" y="21918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SMSA Shipping, Built-In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2402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logistics integrated at checkout — no artisan needs their own courier deal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4A372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57600"/>
            <a:ext cx="868680" cy="8686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97" y="38834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Payments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9319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 and automated payouts, removing the cash-only bottleneck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383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4A372C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3657600"/>
            <a:ext cx="868680" cy="8686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497" y="38834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Dashboard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39319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demand insights so artisans can plan production, not guess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Handicrafts and e-commerce are both compounding — at the same time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7665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Handicrafts CAGR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2034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897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$31B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e-commerce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3246120"/>
            <a:ext cx="4709160" cy="1600200"/>
          </a:xfrm>
          <a:prstGeom prst="rect">
            <a:avLst/>
          </a:prstGeom>
          <a:solidFill>
            <a:srgbClr val="FAF7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“Year of Handicrafts 2025” (Ministry of Culture) and the Heritage Commission's Saudi Artisanal Co. are funding digital distribution and skills training for artisans — marketplace infrastructure is the missing link they're actively trying to fund.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 (handicrafts), Mordor Intelligence (e-commerce) — Saudi Arabia market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Commission-based marketplace, with a premium seller tier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78992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54480"/>
                <a:gridCol w="49377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Commission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per sale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craft marketplaces (cf. Etsy ~6.5%+fees, but bundled logistics justifies premium)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Seller Subscription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99/mo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Analytics, featured placement, lower commission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Margin (SMSA pass-through)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Negotiated bulk shipping rate vs. individual artisan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GMV &amp; Revenue Trajectory (Conservative Case)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3931920"/>
          <a:ext cx="51206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39319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404164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1,500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035040" y="475488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artisans,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 Year 3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412480" y="39319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AF7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0" y="4041648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99M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GMV 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5,500 avg/artisan/mo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ROI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the math, and the exit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372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1.5M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372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372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covered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372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multiple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(marketplace SaaS comp)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34241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projected revenue: </a:t>
            </a:r>
            <a:pPr indent="0" marL="0">
              <a:buNone/>
            </a:pPr>
            <a:r>
              <a:rPr lang="en-US" sz="16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14.85M  ×  6x multiple  =  </a:t>
            </a:r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89.1M 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stake (12%) at exit: </a:t>
            </a:r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10.7M  </a:t>
            </a:r>
            <a:pPr indent="0" marL="0">
              <a:buNone/>
            </a:pPr>
            <a:r>
              <a:rPr lang="en-US" sz="16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SAR 1.5M check  =  </a:t>
            </a:r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~7.1x return over 3 years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6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assume artisan-acquisition and GMV-per-seller targets are met; actual returns depend on logistics-cost negotiation, retention, and competitive response from existing platforms (Zid, Salla, Amazon.sa).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 Artisan acquisition &amp; onboarding (35%)  ·  SMSA logistics integration (20%)  ·  Payments &amp; engineering (25%)  ·  Marketing (20%)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Heritage, productized.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Turathna Hub already has a working onboarding flow, shipping integration, and payments stack — the foundation is built, the funding accelerates artisan acquisition.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REPOSITORY → github.com/DrYounis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via marfa.sa Investment Bridge  ·  Marfa Studio Ventures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Turathna Hub — Investor Pitch</dc:title>
  <dc:subject>PptxGenJS Presentation</dc:subject>
  <dc:creator>Marfa Studio</dc:creator>
  <cp:lastModifiedBy>Marfa Studio</cp:lastModifiedBy>
  <cp:revision>1</cp:revision>
  <dcterms:created xsi:type="dcterms:W3CDTF">2026-06-30T02:36:34Z</dcterms:created>
  <dcterms:modified xsi:type="dcterms:W3CDTF">2026-06-30T02:36:34Z</dcterms:modified>
</cp:coreProperties>
</file>